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context fast. Explain that this demo proves agent-to-agent capability brokerage with safety and payment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this is the selected hackathon idea and is now implemented in local web +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framing sentence before starting the live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tightest sequence for judges. Keep all required elements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a high-level block view; no deep internals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Trigger this prompt live and show confirmation requirement to satisfy judge guardrail expectations.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no fake paid action result can be shown as final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that these are pending explicit user-authorized external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time, switch to /buy and /sell quickly and call out local status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overclaim. On-chain proof and external account integrations remain blocked until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required to explain why live proof links are placeholders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confidence: broker is complete locally and blocked only by external account setup for live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3400"/>
              <a:t>ClawCompass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3400"/>
              <a:t>GOAT/OpenClaw Hackathon 2026 — Judge Demo Deck</a:t>
            </a:r>
          </a:p>
          <a:p>
            <a:pPr algn="l"/>
            <a:r>
              <a:rPr sz="3400"/>
              <a:t>ClawCompass: Capability Brokerage for Agent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One-line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AI agents are strong, but onboarding one to another chain of tools is fragmented.</a:t>
            </a:r>
          </a:p>
          <a:p>
            <a:pPr algn="l"/>
            <a:r>
              <a:rPr sz="2000"/>
              <a:t>Builders waste time deciding what capability to use, whether it is safe, and how to pay for it.</a:t>
            </a:r>
          </a:p>
          <a:p>
            <a:pPr algn="l"/>
            <a:r>
              <a:rPr sz="2000"/>
              <a:t>Trust signals are often weak, and risky actions can execute without explicit confirmation.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What is ClawCompass?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Local capability broker for autonomous agents.</a:t>
            </a:r>
          </a:p>
          <a:p>
            <a:pPr algn="l"/>
            <a:r>
              <a:rPr sz="2000"/>
              <a:t>Takes a task + context, classifies onboarding/analysis/purchase needs.</a:t>
            </a:r>
          </a:p>
          <a:p>
            <a:pPr algn="l"/>
            <a:r>
              <a:rPr sz="2000"/>
              <a:t>Recommends a ranked execution path and safe context redaction.</a:t>
            </a:r>
          </a:p>
          <a:p>
            <a:pPr algn="l"/>
            <a:r>
              <a:rPr sz="2000"/>
              <a:t>Routes paid capabilities through x402 and executes only after settlement.</a:t>
            </a:r>
          </a:p>
          <a:p>
            <a:pPr algn="l"/>
            <a:r>
              <a:rPr sz="2000"/>
              <a:t>Logs reputation updates and pending on-chain write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Demo Goal (2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Show purpose and usability first (self-disclosure + command model).</a:t>
            </a:r>
          </a:p>
          <a:p>
            <a:pPr algn="l"/>
            <a:r>
              <a:rPr sz="2000"/>
              <a:t>Run a real onboarding problem through recommendation, paid execution, and outcome.</a:t>
            </a:r>
          </a:p>
          <a:p>
            <a:pPr algn="l"/>
            <a:r>
              <a:rPr sz="2000"/>
              <a:t>Prove safety through explicit approval gates.</a:t>
            </a:r>
          </a:p>
          <a:p>
            <a:pPr algn="l"/>
            <a:r>
              <a:rPr sz="2000"/>
              <a:t>Show both buyer and seller surfaces and how proof is tracked.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Live Flow: Core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Step 1: Ask: "What do you do, and how do I use you?"</a:t>
            </a:r>
          </a:p>
          <a:p>
            <a:pPr algn="l"/>
            <a:r>
              <a:rPr sz="2000"/>
              <a:t>Step 2: Query onboarding pain in /ask route.</a:t>
            </a:r>
          </a:p>
          <a:p>
            <a:pPr algn="l"/>
            <a:r>
              <a:rPr sz="2000"/>
              <a:t>Step 3: User sends /use SetupPilot.</a:t>
            </a:r>
          </a:p>
          <a:p>
            <a:pPr algn="l"/>
            <a:r>
              <a:rPr sz="2000"/>
              <a:t>Step 4: Payment quote appears; no execution before settlement.</a:t>
            </a:r>
          </a:p>
          <a:p>
            <a:pPr algn="l"/>
            <a:r>
              <a:rPr sz="2000"/>
              <a:t>Step 5: Mock-local settle (local demo mode), then execute setup guidance.</a:t>
            </a:r>
          </a:p>
          <a:p>
            <a:pPr algn="l"/>
            <a:r>
              <a:rPr sz="2000"/>
              <a:t>Step 6: Show transaction/proof state update.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Architecture in 12 seconds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Frontend: Vite web surfaces at /, /buy, /sell, /transactions, /reputation, /security, /proof.</a:t>
            </a:r>
          </a:p>
          <a:p>
            <a:pPr algn="l"/>
            <a:r>
              <a:rPr sz="2000"/>
              <a:t>Backend: Express API for ask/use/buy/payments/commands/guardrails/proof.</a:t>
            </a:r>
          </a:p>
          <a:p>
            <a:pPr algn="l"/>
            <a:r>
              <a:rPr sz="2000"/>
              <a:t>Capability services: analyzer -&gt; redactor -&gt; ranker -&gt; sequencer -&gt; payment binder -&gt; executor.</a:t>
            </a:r>
          </a:p>
          <a:p>
            <a:pPr algn="l"/>
            <a:r>
              <a:rPr sz="2000"/>
              <a:t>State: transactions, reputation events, pending on-chain write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Safety and Human-in-the-loop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Context redaction: strips likely sensitive inputs before tool recommendation.</a:t>
            </a:r>
          </a:p>
          <a:p>
            <a:pPr algn="l"/>
            <a:r>
              <a:rPr sz="2000"/>
              <a:t>Approval matrix by risk/action type: high-risk, write, wallet, external message, on-chain.</a:t>
            </a:r>
          </a:p>
          <a:p>
            <a:pPr algn="l"/>
            <a:r>
              <a:rPr sz="2000"/>
              <a:t>Blocked actions return explicit confirm prompts and cancel paths.</a:t>
            </a:r>
          </a:p>
          <a:p>
            <a:pPr algn="l"/>
            <a:r>
              <a:rPr sz="2000"/>
              <a:t>Unsafe example: "I need a tool that rewrites my repo and pushes to GitHub" requires confirmation.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Payment Proof Layer (x402)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Low-risk capabilities create payment quotes automatically.</a:t>
            </a:r>
          </a:p>
          <a:p>
            <a:pPr algn="l"/>
            <a:r>
              <a:rPr sz="2000"/>
              <a:t>Execution is denied when not settled (payment-required path).</a:t>
            </a:r>
          </a:p>
          <a:p>
            <a:pPr algn="l"/>
            <a:r>
              <a:rPr sz="2000"/>
              <a:t>Direct path prepared for real merchant + network credentials (blocked pending approval/funding).</a:t>
            </a:r>
          </a:p>
          <a:p>
            <a:pPr algn="l"/>
            <a:r>
              <a:rPr sz="2000"/>
              <a:t>Local demo mode uses controlled mock settlement only and marks the distinction clearly.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Mandatory Hackathon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ClawUp-built agent</a:t>
            </a:r>
          </a:p>
          <a:p>
            <a:pPr algn="l"/>
            <a:r>
              <a:rPr sz="2000"/>
              <a:t>Telegram accessibility</a:t>
            </a:r>
          </a:p>
          <a:p>
            <a:pPr algn="l"/>
            <a:r>
              <a:rPr sz="2000"/>
              <a:t>ERC-8004 mainnet registration</a:t>
            </a:r>
          </a:p>
          <a:p>
            <a:pPr algn="l"/>
            <a:r>
              <a:rPr sz="2000"/>
              <a:t>8004scan visibility on chain 2345</a:t>
            </a:r>
          </a:p>
          <a:p>
            <a:pPr algn="l"/>
            <a:r>
              <a:rPr sz="2000"/>
              <a:t>Submission form + evidence links completed.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Buyer + Seller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Buyer path: /buy creates payment-bound recommendation intent under risk + budget constraints.</a:t>
            </a:r>
          </a:p>
          <a:p>
            <a:pPr algn="l"/>
            <a:r>
              <a:rPr sz="2000"/>
              <a:t>Seller path: /sell shows listed capabilities and accepts provider submission.</a:t>
            </a:r>
          </a:p>
          <a:p>
            <a:pPr algn="l"/>
            <a:r>
              <a:rPr sz="2000"/>
              <a:t>Provider submissions return pending_review (safe queue, not auto-list).</a:t>
            </a:r>
          </a:p>
          <a:p>
            <a:pPr algn="l"/>
            <a:r>
              <a:rPr sz="2000"/>
              <a:t>Marketplace and execution paths are demoable in web and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Current Readiness (Local)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Local API + web app implemented and validated.</a:t>
            </a:r>
          </a:p>
          <a:p>
            <a:pPr algn="l"/>
            <a:r>
              <a:rPr sz="2000"/>
              <a:t>Core workflow works end-to-end in demo mode.</a:t>
            </a:r>
          </a:p>
          <a:p>
            <a:pPr algn="l"/>
            <a:r>
              <a:rPr sz="2000"/>
              <a:t>Reputation logging and transaction state are visible.</a:t>
            </a:r>
          </a:p>
          <a:p>
            <a:pPr algn="l"/>
            <a:r>
              <a:rPr sz="2000"/>
              <a:t>Desktop and mobile browser checks were completed without overflow issues.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Blocking Items for Final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Create ClawUp agent and pair Telegram.</a:t>
            </a:r>
          </a:p>
          <a:p>
            <a:pPr algn="l"/>
            <a:r>
              <a:rPr sz="2000"/>
              <a:t>Create/connect wallet, obtain gas and x402 stable funds.</a:t>
            </a:r>
          </a:p>
          <a:p>
            <a:pPr algn="l"/>
            <a:r>
              <a:rPr sz="2000"/>
              <a:t>Configure x402 merchant and run one real settlement.</a:t>
            </a:r>
          </a:p>
          <a:p>
            <a:pPr algn="l"/>
            <a:r>
              <a:rPr sz="2000"/>
              <a:t>Register on ERC-8004 and capture 8004scan URL.</a:t>
            </a:r>
          </a:p>
          <a:p>
            <a:pPr algn="l"/>
            <a:r>
              <a:rPr sz="2000"/>
              <a:t>Capture final public proof links and submit 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/>
              <a:t>Continuation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/>
              <a:t>Map ClawCompass to real Telegram as soon as ClawUp is authorized.</a:t>
            </a:r>
          </a:p>
          <a:p>
            <a:pPr algn="l"/>
            <a:r>
              <a:rPr sz="2000"/>
              <a:t>Replace mock payment path with real merchant callback state.</a:t>
            </a:r>
          </a:p>
          <a:p>
            <a:pPr algn="l"/>
            <a:r>
              <a:rPr sz="2000"/>
              <a:t>Add provider verification and payout splitting mechanics.</a:t>
            </a:r>
          </a:p>
          <a:p>
            <a:pPr algn="l"/>
            <a:r>
              <a:rPr sz="2000"/>
              <a:t>Publish on-chain reputation write flow after approved registration.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